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9" r:id="rId3"/>
    <p:sldId id="266" r:id="rId4"/>
    <p:sldId id="260" r:id="rId5"/>
    <p:sldId id="261" r:id="rId6"/>
    <p:sldId id="262" r:id="rId7"/>
    <p:sldId id="267"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1F143A-B4F5-45E6-84C5-524AF734417D}" type="datetimeFigureOut">
              <a:rPr lang="en-IN" smtClean="0"/>
              <a:t>29-11-2025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D505F9-98C9-41D1-8194-0DD8064FE10B}" type="slidenum">
              <a:rPr lang="en-IN" smtClean="0"/>
              <a:t>‹#›</a:t>
            </a:fld>
            <a:endParaRPr lang="en-IN"/>
          </a:p>
        </p:txBody>
      </p:sp>
    </p:spTree>
    <p:extLst>
      <p:ext uri="{BB962C8B-B14F-4D97-AF65-F5344CB8AC3E}">
        <p14:creationId xmlns:p14="http://schemas.microsoft.com/office/powerpoint/2010/main" val="3453548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3D505F9-98C9-41D1-8194-0DD8064FE10B}" type="slidenum">
              <a:rPr lang="en-IN" smtClean="0"/>
              <a:t>2</a:t>
            </a:fld>
            <a:endParaRPr lang="en-IN"/>
          </a:p>
        </p:txBody>
      </p:sp>
    </p:spTree>
    <p:extLst>
      <p:ext uri="{BB962C8B-B14F-4D97-AF65-F5344CB8AC3E}">
        <p14:creationId xmlns:p14="http://schemas.microsoft.com/office/powerpoint/2010/main" val="3210626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457200"/>
            <a:ext cx="8229600" cy="1143000"/>
          </a:xfrm>
        </p:spPr>
        <p:txBody>
          <a:bodyPr>
            <a:normAutofit fontScale="90000"/>
          </a:bodyPr>
          <a:lstStyle/>
          <a:p>
            <a:r>
              <a:rPr dirty="0" err="1"/>
              <a:t>SkillForge</a:t>
            </a:r>
            <a:r>
              <a:rPr dirty="0"/>
              <a:t> AI Driven Adaptive Learning &amp; Exam Generator</a:t>
            </a:r>
          </a:p>
        </p:txBody>
      </p:sp>
      <p:sp>
        <p:nvSpPr>
          <p:cNvPr id="3" name="Content Placeholder 2"/>
          <p:cNvSpPr>
            <a:spLocks noGrp="1"/>
          </p:cNvSpPr>
          <p:nvPr>
            <p:ph idx="1"/>
          </p:nvPr>
        </p:nvSpPr>
        <p:spPr>
          <a:xfrm>
            <a:off x="566928" y="2332037"/>
            <a:ext cx="8229600" cy="4525963"/>
          </a:xfrm>
        </p:spPr>
        <p:txBody>
          <a:bodyPr/>
          <a:lstStyle/>
          <a:p>
            <a:r>
              <a:rPr lang="en-US" dirty="0" err="1"/>
              <a:t>SkillForge</a:t>
            </a:r>
            <a:r>
              <a:rPr lang="en-US" dirty="0"/>
              <a:t> is an AI-powered learning platform that adapts to each learner’s pace, performance, and skill level. It analyzes strengths and weaknesses in real time, delivers personalized learning paths, and automatically generates exams, quizzes, and practice tests based on learner progress.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System Architecture</a:t>
            </a:r>
          </a:p>
        </p:txBody>
      </p:sp>
      <p:sp>
        <p:nvSpPr>
          <p:cNvPr id="3" name="Content Placeholder 2"/>
          <p:cNvSpPr>
            <a:spLocks noGrp="1"/>
          </p:cNvSpPr>
          <p:nvPr>
            <p:ph idx="1"/>
          </p:nvPr>
        </p:nvSpPr>
        <p:spPr/>
        <p:txBody>
          <a:bodyPr>
            <a:normAutofit fontScale="92500" lnSpcReduction="20000"/>
          </a:bodyPr>
          <a:lstStyle/>
          <a:p>
            <a:r>
              <a:rPr lang="en-IN" dirty="0"/>
              <a:t>User Interface: Web/Mobile app, communicates via APIs</a:t>
            </a:r>
          </a:p>
          <a:p>
            <a:r>
              <a:rPr lang="en-IN" dirty="0"/>
              <a:t>Backend Server: Handles logic, user data, courses, exams</a:t>
            </a:r>
          </a:p>
          <a:p>
            <a:r>
              <a:rPr lang="en-IN" dirty="0"/>
              <a:t> AI Engine: Adaptive learning, difficulty adjustment, exam generation</a:t>
            </a:r>
          </a:p>
          <a:p>
            <a:r>
              <a:rPr lang="en-IN" dirty="0"/>
              <a:t> Database: Stores users, courses, questions, results</a:t>
            </a:r>
          </a:p>
          <a:p>
            <a:r>
              <a:rPr lang="en-IN" dirty="0"/>
              <a:t> Analytics: Performance tracking, dashboards</a:t>
            </a:r>
          </a:p>
          <a:p>
            <a:r>
              <a:rPr lang="en-IN" dirty="0"/>
              <a:t> Security: Role-based access, encryption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63BFA-5026-D436-361C-CE22816EFA48}"/>
              </a:ext>
            </a:extLst>
          </p:cNvPr>
          <p:cNvSpPr>
            <a:spLocks noGrp="1"/>
          </p:cNvSpPr>
          <p:nvPr>
            <p:ph type="title"/>
          </p:nvPr>
        </p:nvSpPr>
        <p:spPr>
          <a:xfrm>
            <a:off x="457200" y="-102343"/>
            <a:ext cx="8229600" cy="1143000"/>
          </a:xfrm>
        </p:spPr>
        <p:txBody>
          <a:bodyPr/>
          <a:lstStyle/>
          <a:p>
            <a:r>
              <a:rPr lang="en-US" dirty="0"/>
              <a:t>System Architecture</a:t>
            </a:r>
            <a:endParaRPr lang="en-IN" dirty="0"/>
          </a:p>
        </p:txBody>
      </p:sp>
      <p:pic>
        <p:nvPicPr>
          <p:cNvPr id="11" name="Content Placeholder 10">
            <a:extLst>
              <a:ext uri="{FF2B5EF4-FFF2-40B4-BE49-F238E27FC236}">
                <a16:creationId xmlns:a16="http://schemas.microsoft.com/office/drawing/2014/main" id="{AB057918-6C52-A970-2FDA-31C4C71EF49D}"/>
              </a:ext>
            </a:extLst>
          </p:cNvPr>
          <p:cNvPicPr>
            <a:picLocks noGrp="1" noChangeAspect="1"/>
          </p:cNvPicPr>
          <p:nvPr>
            <p:ph idx="1"/>
          </p:nvPr>
        </p:nvPicPr>
        <p:blipFill>
          <a:blip r:embed="rId2"/>
          <a:srcRect l="4328" t="9203" r="8409" b="3348"/>
          <a:stretch>
            <a:fillRect/>
          </a:stretch>
        </p:blipFill>
        <p:spPr>
          <a:xfrm>
            <a:off x="1101213" y="1040657"/>
            <a:ext cx="7167716" cy="5586830"/>
          </a:xfrm>
        </p:spPr>
      </p:pic>
    </p:spTree>
    <p:extLst>
      <p:ext uri="{BB962C8B-B14F-4D97-AF65-F5344CB8AC3E}">
        <p14:creationId xmlns:p14="http://schemas.microsoft.com/office/powerpoint/2010/main" val="1846997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054" y="0"/>
            <a:ext cx="8229600" cy="1143000"/>
          </a:xfrm>
        </p:spPr>
        <p:txBody>
          <a:bodyPr/>
          <a:lstStyle/>
          <a:p>
            <a:r>
              <a:rPr dirty="0"/>
              <a:t>Flow Diagram</a:t>
            </a:r>
          </a:p>
        </p:txBody>
      </p:sp>
      <p:pic>
        <p:nvPicPr>
          <p:cNvPr id="6" name="Content Placeholder 5">
            <a:extLst>
              <a:ext uri="{FF2B5EF4-FFF2-40B4-BE49-F238E27FC236}">
                <a16:creationId xmlns:a16="http://schemas.microsoft.com/office/drawing/2014/main" id="{CF6DB8D3-7916-E539-2085-421AEA088564}"/>
              </a:ext>
            </a:extLst>
          </p:cNvPr>
          <p:cNvPicPr>
            <a:picLocks noGrp="1" noChangeAspect="1"/>
          </p:cNvPicPr>
          <p:nvPr>
            <p:ph idx="1"/>
          </p:nvPr>
        </p:nvPicPr>
        <p:blipFill>
          <a:blip r:embed="rId2"/>
          <a:stretch>
            <a:fillRect/>
          </a:stretch>
        </p:blipFill>
        <p:spPr>
          <a:xfrm>
            <a:off x="457201" y="1261676"/>
            <a:ext cx="8417306" cy="5321686"/>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6481"/>
            <a:ext cx="8229600" cy="1143000"/>
          </a:xfrm>
        </p:spPr>
        <p:txBody>
          <a:bodyPr/>
          <a:lstStyle/>
          <a:p>
            <a:r>
              <a:t>Use Cases</a:t>
            </a:r>
          </a:p>
        </p:txBody>
      </p:sp>
      <p:sp>
        <p:nvSpPr>
          <p:cNvPr id="4" name="Rectangle 1">
            <a:extLst>
              <a:ext uri="{FF2B5EF4-FFF2-40B4-BE49-F238E27FC236}">
                <a16:creationId xmlns:a16="http://schemas.microsoft.com/office/drawing/2014/main" id="{7BEA963A-7EA7-C32B-1F69-4496135E656B}"/>
              </a:ext>
            </a:extLst>
          </p:cNvPr>
          <p:cNvSpPr>
            <a:spLocks noGrp="1" noChangeArrowheads="1"/>
          </p:cNvSpPr>
          <p:nvPr>
            <p:ph idx="1"/>
          </p:nvPr>
        </p:nvSpPr>
        <p:spPr bwMode="auto">
          <a:xfrm>
            <a:off x="292509" y="2187600"/>
            <a:ext cx="855898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Personalized Learning: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AI analyzes user performance and gives customized lessons and practice questions.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Adaptive Difficulty: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Questions become easier or harder based on the learner’s level.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Automatic Exam Generation: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Creates quizzes, unit tests, and full exams instantly with AI.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Progress Tracking: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Shows real-time reports, strengths, and weak areas.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Course Management: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Users can view courses, start learning, and track completion.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Time Saving: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Teachers and students get instant, smart assessments without manual work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ER Diagram (Entities)</a:t>
            </a:r>
          </a:p>
        </p:txBody>
      </p:sp>
      <p:sp>
        <p:nvSpPr>
          <p:cNvPr id="3" name="Content Placeholder 2"/>
          <p:cNvSpPr>
            <a:spLocks noGrp="1"/>
          </p:cNvSpPr>
          <p:nvPr>
            <p:ph idx="1"/>
          </p:nvPr>
        </p:nvSpPr>
        <p:spPr/>
        <p:txBody>
          <a:bodyPr/>
          <a:lstStyle/>
          <a:p>
            <a:endParaRPr dirty="0"/>
          </a:p>
          <a:p>
            <a:r>
              <a:rPr dirty="0"/>
              <a:t>Users (Student/Admin)</a:t>
            </a:r>
          </a:p>
          <a:p>
            <a:r>
              <a:rPr dirty="0"/>
              <a:t>Courses</a:t>
            </a:r>
          </a:p>
          <a:p>
            <a:r>
              <a:rPr dirty="0"/>
              <a:t>Lessons</a:t>
            </a:r>
          </a:p>
          <a:p>
            <a:r>
              <a:rPr dirty="0"/>
              <a:t>Exam </a:t>
            </a:r>
            <a:endParaRPr lang="en-US" dirty="0"/>
          </a:p>
          <a:p>
            <a:r>
              <a:rPr lang="en-IN" dirty="0" err="1"/>
              <a:t>Enrollment</a:t>
            </a:r>
            <a:endParaRPr lang="en-IN" dirty="0"/>
          </a:p>
          <a:p>
            <a:r>
              <a:rPr lang="en-IN" dirty="0"/>
              <a:t>Skills</a:t>
            </a:r>
            <a:endParaRPr dirty="0"/>
          </a:p>
          <a:p>
            <a:pPr marL="0" indent="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C6314-AD34-84E0-8D80-CCA6A68349F8}"/>
              </a:ext>
            </a:extLst>
          </p:cNvPr>
          <p:cNvSpPr>
            <a:spLocks noGrp="1"/>
          </p:cNvSpPr>
          <p:nvPr>
            <p:ph type="title"/>
          </p:nvPr>
        </p:nvSpPr>
        <p:spPr>
          <a:xfrm>
            <a:off x="457200" y="62452"/>
            <a:ext cx="8229600" cy="1143000"/>
          </a:xfrm>
        </p:spPr>
        <p:txBody>
          <a:bodyPr/>
          <a:lstStyle/>
          <a:p>
            <a:r>
              <a:rPr lang="en-US" dirty="0"/>
              <a:t>ER Diagram</a:t>
            </a:r>
            <a:endParaRPr lang="en-IN" dirty="0"/>
          </a:p>
        </p:txBody>
      </p:sp>
      <p:pic>
        <p:nvPicPr>
          <p:cNvPr id="11" name="Content Placeholder 10">
            <a:extLst>
              <a:ext uri="{FF2B5EF4-FFF2-40B4-BE49-F238E27FC236}">
                <a16:creationId xmlns:a16="http://schemas.microsoft.com/office/drawing/2014/main" id="{9BAA535C-506A-0684-F73F-81426878263D}"/>
              </a:ext>
            </a:extLst>
          </p:cNvPr>
          <p:cNvPicPr>
            <a:picLocks noGrp="1" noChangeAspect="1"/>
          </p:cNvPicPr>
          <p:nvPr>
            <p:ph idx="1"/>
          </p:nvPr>
        </p:nvPicPr>
        <p:blipFill>
          <a:blip r:embed="rId2"/>
          <a:stretch>
            <a:fillRect/>
          </a:stretch>
        </p:blipFill>
        <p:spPr>
          <a:xfrm>
            <a:off x="125572" y="1176620"/>
            <a:ext cx="8949090" cy="5406742"/>
          </a:xfrm>
        </p:spPr>
      </p:pic>
    </p:spTree>
    <p:extLst>
      <p:ext uri="{BB962C8B-B14F-4D97-AF65-F5344CB8AC3E}">
        <p14:creationId xmlns:p14="http://schemas.microsoft.com/office/powerpoint/2010/main" val="3304240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UI/UX Design Principles</a:t>
            </a:r>
          </a:p>
        </p:txBody>
      </p:sp>
      <p:sp>
        <p:nvSpPr>
          <p:cNvPr id="3" name="Content Placeholder 2"/>
          <p:cNvSpPr>
            <a:spLocks noGrp="1"/>
          </p:cNvSpPr>
          <p:nvPr>
            <p:ph idx="1"/>
          </p:nvPr>
        </p:nvSpPr>
        <p:spPr/>
        <p:txBody>
          <a:bodyPr>
            <a:normAutofit fontScale="77500" lnSpcReduction="20000"/>
          </a:bodyPr>
          <a:lstStyle/>
          <a:p>
            <a:pPr marL="0" indent="0">
              <a:buNone/>
            </a:pPr>
            <a:r>
              <a:rPr lang="en-US" b="1" dirty="0"/>
              <a:t>1. Simplicity</a:t>
            </a:r>
          </a:p>
          <a:p>
            <a:pPr marL="0" indent="0">
              <a:buNone/>
            </a:pPr>
            <a:r>
              <a:rPr lang="en-US" dirty="0"/>
              <a:t>  Clean, uncluttered interface with clear elements.</a:t>
            </a:r>
          </a:p>
          <a:p>
            <a:pPr marL="0" indent="0">
              <a:buNone/>
            </a:pPr>
            <a:r>
              <a:rPr lang="en-US" b="1" dirty="0"/>
              <a:t>2. Consistency</a:t>
            </a:r>
          </a:p>
          <a:p>
            <a:pPr marL="0" indent="0">
              <a:buNone/>
            </a:pPr>
            <a:r>
              <a:rPr lang="en-US" dirty="0"/>
              <a:t>  Uniform colors, fonts, and components across the app.</a:t>
            </a:r>
          </a:p>
          <a:p>
            <a:pPr marL="0" indent="0">
              <a:buNone/>
            </a:pPr>
            <a:r>
              <a:rPr lang="en-US" b="1" dirty="0"/>
              <a:t>3. User-Centered Design</a:t>
            </a:r>
          </a:p>
          <a:p>
            <a:pPr marL="0" indent="0">
              <a:buNone/>
            </a:pPr>
            <a:r>
              <a:rPr lang="en-US" dirty="0"/>
              <a:t>  Focus on user needs, behavior, and usability.</a:t>
            </a:r>
          </a:p>
          <a:p>
            <a:pPr marL="0" indent="0">
              <a:buNone/>
            </a:pPr>
            <a:r>
              <a:rPr lang="en-US" b="1" dirty="0"/>
              <a:t>4. Visual Hierarchy</a:t>
            </a:r>
          </a:p>
          <a:p>
            <a:pPr marL="0" indent="0">
              <a:buNone/>
            </a:pPr>
            <a:r>
              <a:rPr lang="en-US" dirty="0"/>
              <a:t>  Highlight important information using size, color, and spacing.</a:t>
            </a:r>
          </a:p>
          <a:p>
            <a:pPr marL="0" indent="0">
              <a:buNone/>
            </a:pPr>
            <a:r>
              <a:rPr lang="en-US" b="1" dirty="0"/>
              <a:t>5. Accessibility</a:t>
            </a:r>
          </a:p>
          <a:p>
            <a:pPr marL="0" indent="0">
              <a:buNone/>
            </a:pPr>
            <a:r>
              <a:rPr lang="en-US" dirty="0"/>
              <a:t>  Readable text, good contrast, assistive support for all users.</a:t>
            </a:r>
          </a:p>
          <a:p>
            <a:pPr marL="0" indent="0">
              <a:buNone/>
            </a:pP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TotalTime>
  <Words>316</Words>
  <Application>Microsoft Office PowerPoint</Application>
  <PresentationFormat>On-screen Show (4:3)</PresentationFormat>
  <Paragraphs>39</Paragraphs>
  <Slides>8</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SkillForge AI Driven Adaptive Learning &amp; Exam Generator</vt:lpstr>
      <vt:lpstr>System Architecture</vt:lpstr>
      <vt:lpstr>System Architecture</vt:lpstr>
      <vt:lpstr>Flow Diagram</vt:lpstr>
      <vt:lpstr>Use Cases</vt:lpstr>
      <vt:lpstr>ER Diagram (Entities)</vt:lpstr>
      <vt:lpstr>ER Diagram</vt:lpstr>
      <vt:lpstr>UI/UX Design Principles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Khushboo Agrawal</cp:lastModifiedBy>
  <cp:revision>6</cp:revision>
  <dcterms:created xsi:type="dcterms:W3CDTF">2013-01-27T09:14:16Z</dcterms:created>
  <dcterms:modified xsi:type="dcterms:W3CDTF">2025-11-29T11:23:04Z</dcterms:modified>
  <cp:category/>
</cp:coreProperties>
</file>